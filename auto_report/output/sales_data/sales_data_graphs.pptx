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Graphical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Correlation Heatmap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41106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Distribution: Units_Sold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Distribution: Unit_Price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Distribution: Revenue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